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Lst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solidFill>
            <a:srgbClr val="000000"/>
          </a:solidFill>
          <a:latin typeface="Calibri"/>
        </a:defRPr>
      </a:lvl1pPr>
    </p:titleStyle>
    <p:bodyStyle>
      <a:lvl1pPr>
        <a:defRPr sz="1800">
          <a:solidFill>
            <a:srgbClr val="000000"/>
          </a:solidFill>
          <a:latin typeface="Calibri"/>
        </a:defRPr>
      </a:lvl1pPr>
    </p:bodyStyle>
    <p:otherStyle>
      <a:lvl1pPr>
        <a:defRPr>
          <a:latin typeface="Calibr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10820400" cy="762000"/>
          </a:xfrm>
          <a:prstGeom prst="rect">
            <a:avLst/>
          </a:prstGeom>
        </p:spPr>
        <p:txBody>
          <a:bodyPr wrap="square"/>
          <a:lstStyle/>
          <a:p>
            <a:pPr algn="ctr">
              <a:buNone/>
            </a:pPr>
            <a:r>
              <a:rPr sz="3200" b="1" i="0">
                <a:latin typeface="Calibri"/>
              </a:rPr>
              <a:t xml:space="preserve">ALPHA PAGE ONE</a:t>
            </a:r>
          </a:p>
        </p:txBody>
      </p:sp>
      <p:sp>
        <p:nvSpPr>
          <p:cNvPr id="3" name="Text"/>
          <p:cNvSpPr/>
          <p:nvPr/>
        </p:nvSpPr>
        <p:spPr>
          <a:xfrm>
            <a:off x="685800" y="139700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SENSITIVE ACCOUNT 314159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="685800" y="1936750"/>
          <a:ext cx="10820400" cy="660400"/>
        </p:xfrm>
        <a:graphic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27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Amount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1250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"/>
          <p:cNvSpPr/>
          <p:nvPr/>
        </p:nvSpPr>
        <p:spPr>
          <a:xfrm>
            <a:off x="685800" y="274955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=SUM(A1:A2)</a:t>
            </a:r>
          </a:p>
        </p:txBody>
      </p:sp>
      <p:sp>
        <p:nvSpPr>
          <p:cNvPr id="6" name="Text"/>
          <p:cNvSpPr/>
          <p:nvPr/>
        </p:nvSpPr>
        <p:spPr>
          <a:xfrm>
            <a:off x="685800" y="328930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PDFORGE local test 2026</a:t>
            </a:r>
          </a:p>
        </p:txBody>
      </p:sp>
    </p:spTree>
  </p:cSld>
  <p:clrMapOvr>
    <a:overrideClrMappingLst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10820400" cy="762000"/>
          </a:xfrm>
          <a:prstGeom prst="rect">
            <a:avLst/>
          </a:prstGeom>
        </p:spPr>
        <p:txBody>
          <a:bodyPr wrap="square"/>
          <a:lstStyle/>
          <a:p>
            <a:pPr algn="ctr">
              <a:buNone/>
            </a:pPr>
            <a:r>
              <a:rPr sz="3200" b="1" i="0">
                <a:latin typeface="Calibri"/>
              </a:rPr>
              <a:t xml:space="preserve">ALPHA PAGE TWO</a:t>
            </a:r>
          </a:p>
        </p:txBody>
      </p:sp>
      <p:sp>
        <p:nvSpPr>
          <p:cNvPr id="3" name="Text"/>
          <p:cNvSpPr/>
          <p:nvPr/>
        </p:nvSpPr>
        <p:spPr>
          <a:xfrm>
            <a:off x="685800" y="139700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Public synthetic test content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="685800" y="1936750"/>
          <a:ext cx="10820400" cy="660400"/>
        </p:xfrm>
        <a:graphic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27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Amount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1250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"/>
          <p:cNvSpPr/>
          <p:nvPr/>
        </p:nvSpPr>
        <p:spPr>
          <a:xfrm>
            <a:off x="685800" y="274955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=SUM(A1:A2)</a:t>
            </a:r>
          </a:p>
        </p:txBody>
      </p:sp>
      <p:sp>
        <p:nvSpPr>
          <p:cNvPr id="6" name="Text"/>
          <p:cNvSpPr/>
          <p:nvPr/>
        </p:nvSpPr>
        <p:spPr>
          <a:xfrm>
            <a:off x="685800" y="328930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PDFORGE local test 2026</a:t>
            </a:r>
          </a:p>
        </p:txBody>
      </p:sp>
    </p:spTree>
  </p:cSld>
  <p:clrMapOvr>
    <a:overrideClrMappingLst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685800" y="304800"/>
            <a:ext cx="10820400" cy="762000"/>
          </a:xfrm>
          <a:prstGeom prst="rect">
            <a:avLst/>
          </a:prstGeom>
        </p:spPr>
        <p:txBody>
          <a:bodyPr wrap="square"/>
          <a:lstStyle/>
          <a:p>
            <a:pPr algn="ctr">
              <a:buNone/>
            </a:pPr>
            <a:r>
              <a:rPr sz="3200" b="1" i="0">
                <a:latin typeface="Calibri"/>
              </a:rPr>
              <a:t xml:space="preserve">ALPHA PAGE THREE</a:t>
            </a:r>
          </a:p>
        </p:txBody>
      </p:sp>
      <p:sp>
        <p:nvSpPr>
          <p:cNvPr id="3" name="Text"/>
          <p:cNvSpPr/>
          <p:nvPr/>
        </p:nvSpPr>
        <p:spPr>
          <a:xfrm>
            <a:off x="685800" y="139700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Public synthetic test content</a:t>
            </a:r>
          </a:p>
        </p:txBody>
      </p:sp>
      <p:graphicFrame>
        <p:nvGraphicFramePr>
          <p:cNvPr id="4" name="Table"/>
          <p:cNvGraphicFramePr/>
          <p:nvPr/>
        </p:nvGraphicFramePr>
        <p:xfrm>
          <a:off x="685800" y="1936750"/>
          <a:ext cx="10820400" cy="660400"/>
        </p:xfrm>
        <a:graphic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27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Amount</a:t>
                      </a:r>
                    </a:p>
                  </a:txBody>
                  <a:tcPr/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Notebook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>
                          <a:latin typeface="Calibri"/>
                        </a:rPr>
                        <a:t xml:space="preserve">1250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"/>
          <p:cNvSpPr/>
          <p:nvPr/>
        </p:nvSpPr>
        <p:spPr>
          <a:xfrm>
            <a:off x="685800" y="274955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=SUM(A1:A2)</a:t>
            </a:r>
          </a:p>
        </p:txBody>
      </p:sp>
      <p:sp>
        <p:nvSpPr>
          <p:cNvPr id="6" name="Text"/>
          <p:cNvSpPr/>
          <p:nvPr/>
        </p:nvSpPr>
        <p:spPr>
          <a:xfrm>
            <a:off x="685800" y="3289300"/>
            <a:ext cx="10820400" cy="412750"/>
          </a:xfrm>
          <a:prstGeom prst="rect">
            <a:avLst/>
          </a:prstGeom>
        </p:spPr>
        <p:txBody>
          <a:bodyPr wrap="square"/>
          <a:lstStyle/>
          <a:p>
            <a:pPr>
              <a:buNone/>
            </a:pPr>
            <a:r>
              <a:rPr sz="1800" b="0" i="0">
                <a:latin typeface="Calibri"/>
              </a:rPr>
              <a:t xml:space="preserve">PDFORGE local test 2026</a:t>
            </a:r>
          </a:p>
        </p:txBody>
      </p:sp>
    </p:spTree>
  </p:cSld>
  <p:clrMapOvr>
    <a:overrideClrMappingLst/>
  </p:clrMapOvr>
</p:sld>
</file>

<file path=ppt/theme/theme1.xml><?xml version="1.0" encoding="utf-8"?>
<a:theme xmlns:a="http://schemas.openxmlformats.org/drawingml/2006/main" name="PDFORGE">
  <a:themeElements>
    <a:clrScheme name="PDFORG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mtScheme name="PDFORG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PDFORGE</Application>
  <PresentationFormat>Widescreen</PresentationFormat>
  <Slides>3</Slides>
</Properties>
</file>

<file path=docProps/core.xml><?xml version="1.0" encoding="utf-8"?>
<cp:coreProperties xmlns:cp="http://schemas.openxmlformats.org/package/2006/metadata/core-properties" xmlns:dc="http://purl.org/dc/elements/1.1/">
  <dc:title>PDFORGE presentation</dc:title>
  <dc:creator>PDFORGE</dc:creator>
</cp:coreProperties>
</file>